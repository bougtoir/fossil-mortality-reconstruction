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1. Generative chain: latent mortality → assemblage mechanism → observation q(a) → age estimation → report type.</a:t>
            </a:r>
          </a:p>
        </p:txBody>
      </p:sp>
      <p:pic>
        <p:nvPicPr>
          <p:cNvPr id="3" name="Picture 2" descr="fig_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62052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2. Identifiability exhibits: q misspecification surface; r-dependence of catastrophic estimates; max-only likelihood ridge.</a:t>
            </a:r>
          </a:p>
        </p:txBody>
      </p:sp>
      <p:pic>
        <p:nvPicPr>
          <p:cNvPr id="3" name="Picture 2" descr="fig_identif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704702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3. Recoverability map: median age-at-death bias across fossilization scenarios and sample sizes.</a:t>
            </a:r>
          </a:p>
        </p:txBody>
      </p:sp>
      <p:pic>
        <p:nvPicPr>
          <p:cNvPr id="3" name="Picture 2" descr="fig_recoverabil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4. Recoverability class distribution (A–D) by mortality summary quantity.</a:t>
            </a:r>
          </a:p>
        </p:txBody>
      </p:sp>
      <p:pic>
        <p:nvPicPr>
          <p:cNvPr id="3" name="Picture 2" descr="fig_recoverability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06070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5. Evidence models for the maximum; E[M_n] under latent f vs observed g.</a:t>
            </a:r>
          </a:p>
        </p:txBody>
      </p:sp>
      <p:pic>
        <p:nvPicPr>
          <p:cNvPr id="3" name="Picture 2" descr="fig_maxim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3258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6. Maiasaura demonstration: data, survival fits, sensitivity of the median estimate.</a:t>
            </a:r>
          </a:p>
        </p:txBody>
      </p:sp>
      <p:pic>
        <p:nvPicPr>
          <p:cNvPr id="3" name="Picture 2" descr="fig_fossil_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704702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7. Bayesian posterior for Maiasaura latent mortality and standardized maximum.</a:t>
            </a:r>
          </a:p>
        </p:txBody>
      </p:sp>
      <p:pic>
        <p:nvPicPr>
          <p:cNvPr id="3" name="Picture 2" descr="fig_pos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723644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